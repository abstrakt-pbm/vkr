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>
              <a:lnSpc>
                <a:spcPct val="90000"/>
              </a:lnSpc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Для перемещения страницы щёлкните мышью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F232FEE-086E-4683-B832-A3D51080AD64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6A362B-19AC-4C84-A969-7D7651543F3D}" type="slidenum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5EA7BC-5983-4F4F-B1DD-45D454B02D07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758E84-1F19-47E7-8725-8280CF24DD36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846339-E1ED-4E16-891C-19BDFF144A52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DE682F-6B68-41E3-AB43-77DCA214B7BE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F837BC-213C-48E3-BF55-52A1BC2EBCBA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D805FE-587A-46F7-87B0-3D9B8D1CD61F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7B959C-AC00-4344-A3DB-6D3E4025EDA9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149F05-41FC-47ED-ACF6-3C762782F0D3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0B69F1-0616-4385-A68D-BF9A1B7DD462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E031FE-2A6E-43AC-8FA7-1BE5B20DF1C4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EC6D64-A1C7-49D4-AE1C-8F3A4C676351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255600" y="2581920"/>
            <a:ext cx="11644920" cy="20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Разработка программы управления ходовой частью наземного четырехколесного робота на базе микроконтроллеров stm32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2535120" y="5108040"/>
            <a:ext cx="9143640" cy="90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Автор: студент группы ПМИ-22 Королева Полина Владиславовна</a:t>
            </a:r>
            <a:br>
              <a:rPr sz="2400"/>
            </a:b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Руководитель ВКР: к. т. н. доцент Раев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Олег Николаевич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5315760" y="6201720"/>
            <a:ext cx="2106360" cy="4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г. Королёв, 2026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Рисунок 8"/>
          <p:cNvPicPr/>
          <p:nvPr/>
        </p:nvPicPr>
        <p:blipFill>
          <a:blip r:embed="rId1"/>
          <a:stretch/>
        </p:blipFill>
        <p:spPr>
          <a:xfrm>
            <a:off x="2969640" y="94320"/>
            <a:ext cx="6252480" cy="162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Rectangle 6"/>
          <p:cNvSpPr/>
          <p:nvPr/>
        </p:nvSpPr>
        <p:spPr>
          <a:xfrm>
            <a:off x="1606680" y="1789200"/>
            <a:ext cx="9524520" cy="645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ИНСТИТУТ ИНФОКОММУНИКАЦИОННЫХ СИСТЕМ И ТЕХНОЛОГИЙ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КАФЕДРА МАТЕМАТИКИ И ЕСТЕСТВЕННОНАУЧНЫХ ДИСЦИПЛИН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2376</TotalTime>
  <Application>LibreOffice/26.2.3.2$Linux_X86_64 LibreOffice_project/620$Build-2</Application>
  <AppVersion>15.0000</AppVersion>
  <Words>50</Words>
  <Paragraphs>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2024-06-07T16:01:14Z</dcterms:created>
  <dc:creator>Ангелина Козина</dc:creator>
  <dc:description/>
  <dc:language>ru-RU</dc:language>
  <cp:lastModifiedBy/>
  <dcterms:modified xsi:type="dcterms:W3CDTF">2026-06-05T21:05:26Z</dcterms:modified>
  <cp:revision>154</cp:revision>
  <dc:subject/>
  <dc:title>Разработка учебного лабораторного практикума по изучению преобразований изображений при съёмке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1</vt:i4>
  </property>
</Properties>
</file>